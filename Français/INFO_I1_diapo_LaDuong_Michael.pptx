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95B50C-A9F6-4888-A00F-54928B08F726}" v="74" dt="2025-11-15T17:13:36.625"/>
    <p1510:client id="{F0C04236-D03A-1299-2315-B7070902EE59}" v="444" dt="2025-11-15T16:17:11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LA DUONG" userId="S::m.laduong@student.helmo.be::83064a7d-4bdc-47cd-bf44-ef105e654332" providerId="AD" clId="Web-{F0C04236-D03A-1299-2315-B7070902EE59}"/>
    <pc:docChg chg="addSld modSld">
      <pc:chgData name="Michael LA DUONG" userId="S::m.laduong@student.helmo.be::83064a7d-4bdc-47cd-bf44-ef105e654332" providerId="AD" clId="Web-{F0C04236-D03A-1299-2315-B7070902EE59}" dt="2025-11-15T16:17:11.158" v="446" actId="20577"/>
      <pc:docMkLst>
        <pc:docMk/>
      </pc:docMkLst>
      <pc:sldChg chg="addSp delSp modSp mod modTransition setBg modShow">
        <pc:chgData name="Michael LA DUONG" userId="S::m.laduong@student.helmo.be::83064a7d-4bdc-47cd-bf44-ef105e654332" providerId="AD" clId="Web-{F0C04236-D03A-1299-2315-B7070902EE59}" dt="2025-11-15T16:17:11.158" v="446" actId="20577"/>
        <pc:sldMkLst>
          <pc:docMk/>
          <pc:sldMk cId="3784089036" sldId="256"/>
        </pc:sldMkLst>
        <pc:spChg chg="mod">
          <ac:chgData name="Michael LA DUONG" userId="S::m.laduong@student.helmo.be::83064a7d-4bdc-47cd-bf44-ef105e654332" providerId="AD" clId="Web-{F0C04236-D03A-1299-2315-B7070902EE59}" dt="2025-11-15T15:38:03.921" v="51" actId="14100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Michael LA DUONG" userId="S::m.laduong@student.helmo.be::83064a7d-4bdc-47cd-bf44-ef105e654332" providerId="AD" clId="Web-{F0C04236-D03A-1299-2315-B7070902EE59}" dt="2025-11-15T15:34:46.196" v="30"/>
          <ac:spMkLst>
            <pc:docMk/>
            <pc:sldMk cId="3784089036" sldId="256"/>
            <ac:spMk id="3" creationId="{00000000-0000-0000-0000-000000000000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35:34.213" v="34"/>
          <ac:spMkLst>
            <pc:docMk/>
            <pc:sldMk cId="3784089036" sldId="256"/>
            <ac:spMk id="5" creationId="{1F8CE24D-4DD5-EA7E-23DF-3490F5836160}"/>
          </ac:spMkLst>
        </pc:spChg>
        <pc:spChg chg="add mod">
          <ac:chgData name="Michael LA DUONG" userId="S::m.laduong@student.helmo.be::83064a7d-4bdc-47cd-bf44-ef105e654332" providerId="AD" clId="Web-{F0C04236-D03A-1299-2315-B7070902EE59}" dt="2025-11-15T16:17:11.158" v="446" actId="20577"/>
          <ac:spMkLst>
            <pc:docMk/>
            <pc:sldMk cId="3784089036" sldId="256"/>
            <ac:spMk id="6" creationId="{5E5510B2-2F13-E61A-F390-B25BFD0BD2AC}"/>
          </ac:spMkLst>
        </pc:spChg>
        <pc:spChg chg="add">
          <ac:chgData name="Michael LA DUONG" userId="S::m.laduong@student.helmo.be::83064a7d-4bdc-47cd-bf44-ef105e654332" providerId="AD" clId="Web-{F0C04236-D03A-1299-2315-B7070902EE59}" dt="2025-11-15T15:34:46.196" v="30"/>
          <ac:spMkLst>
            <pc:docMk/>
            <pc:sldMk cId="3784089036" sldId="256"/>
            <ac:spMk id="9" creationId="{0671A8AE-40A1-4631-A6B8-581AFF065482}"/>
          </ac:spMkLst>
        </pc:spChg>
        <pc:spChg chg="add">
          <ac:chgData name="Michael LA DUONG" userId="S::m.laduong@student.helmo.be::83064a7d-4bdc-47cd-bf44-ef105e654332" providerId="AD" clId="Web-{F0C04236-D03A-1299-2315-B7070902EE59}" dt="2025-11-15T15:34:46.196" v="30"/>
          <ac:spMkLst>
            <pc:docMk/>
            <pc:sldMk cId="3784089036" sldId="256"/>
            <ac:spMk id="11" creationId="{AB58EF07-17C2-48CF-ABB0-EEF1F17CB8F0}"/>
          </ac:spMkLst>
        </pc:spChg>
        <pc:spChg chg="add">
          <ac:chgData name="Michael LA DUONG" userId="S::m.laduong@student.helmo.be::83064a7d-4bdc-47cd-bf44-ef105e654332" providerId="AD" clId="Web-{F0C04236-D03A-1299-2315-B7070902EE59}" dt="2025-11-15T15:34:46.196" v="30"/>
          <ac:spMkLst>
            <pc:docMk/>
            <pc:sldMk cId="3784089036" sldId="256"/>
            <ac:spMk id="13" creationId="{AF2F604E-43BE-4DC3-B983-E071523364F8}"/>
          </ac:spMkLst>
        </pc:spChg>
        <pc:spChg chg="add">
          <ac:chgData name="Michael LA DUONG" userId="S::m.laduong@student.helmo.be::83064a7d-4bdc-47cd-bf44-ef105e654332" providerId="AD" clId="Web-{F0C04236-D03A-1299-2315-B7070902EE59}" dt="2025-11-15T15:34:46.196" v="30"/>
          <ac:spMkLst>
            <pc:docMk/>
            <pc:sldMk cId="3784089036" sldId="256"/>
            <ac:spMk id="15" creationId="{08C9B587-E65E-4B52-B37C-ABEBB6E87928}"/>
          </ac:spMkLst>
        </pc:spChg>
        <pc:picChg chg="add mod ord">
          <ac:chgData name="Michael LA DUONG" userId="S::m.laduong@student.helmo.be::83064a7d-4bdc-47cd-bf44-ef105e654332" providerId="AD" clId="Web-{F0C04236-D03A-1299-2315-B7070902EE59}" dt="2025-11-15T15:34:46.196" v="30"/>
          <ac:picMkLst>
            <pc:docMk/>
            <pc:sldMk cId="3784089036" sldId="256"/>
            <ac:picMk id="4" creationId="{E66F4B6C-9F5F-1B18-EAFA-D84CB9B26755}"/>
          </ac:picMkLst>
        </pc:picChg>
      </pc:sldChg>
      <pc:sldChg chg="addSp delSp modSp new mod modTransition setBg">
        <pc:chgData name="Michael LA DUONG" userId="S::m.laduong@student.helmo.be::83064a7d-4bdc-47cd-bf44-ef105e654332" providerId="AD" clId="Web-{F0C04236-D03A-1299-2315-B7070902EE59}" dt="2025-11-15T16:16:51.250" v="445" actId="20577"/>
        <pc:sldMkLst>
          <pc:docMk/>
          <pc:sldMk cId="2146446687" sldId="257"/>
        </pc:sldMkLst>
        <pc:spChg chg="mod">
          <ac:chgData name="Michael LA DUONG" userId="S::m.laduong@student.helmo.be::83064a7d-4bdc-47cd-bf44-ef105e654332" providerId="AD" clId="Web-{F0C04236-D03A-1299-2315-B7070902EE59}" dt="2025-11-15T15:51:41.283" v="230"/>
          <ac:spMkLst>
            <pc:docMk/>
            <pc:sldMk cId="2146446687" sldId="257"/>
            <ac:spMk id="2" creationId="{7670E9B9-08A2-2E95-2C1C-56787287A429}"/>
          </ac:spMkLst>
        </pc:spChg>
        <pc:spChg chg="mod">
          <ac:chgData name="Michael LA DUONG" userId="S::m.laduong@student.helmo.be::83064a7d-4bdc-47cd-bf44-ef105e654332" providerId="AD" clId="Web-{F0C04236-D03A-1299-2315-B7070902EE59}" dt="2025-11-15T16:16:51.250" v="445" actId="20577"/>
          <ac:spMkLst>
            <pc:docMk/>
            <pc:sldMk cId="2146446687" sldId="257"/>
            <ac:spMk id="3" creationId="{A99DB62E-E243-24F7-5BCA-88F9E0E640B5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0:56.657" v="224"/>
          <ac:spMkLst>
            <pc:docMk/>
            <pc:sldMk cId="2146446687" sldId="257"/>
            <ac:spMk id="9" creationId="{B95B9BA8-1D69-4796-85F5-B6D0BD52354B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0:40.766" v="221"/>
          <ac:spMkLst>
            <pc:docMk/>
            <pc:sldMk cId="2146446687" sldId="257"/>
            <ac:spMk id="22" creationId="{B95B9BA8-1D69-4796-85F5-B6D0BD52354B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0:56.642" v="223"/>
          <ac:spMkLst>
            <pc:docMk/>
            <pc:sldMk cId="2146446687" sldId="257"/>
            <ac:spMk id="25" creationId="{E8A8EAB8-D2FF-444D-B34B-7D32F106AD0E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1:27.236" v="229"/>
          <ac:spMkLst>
            <pc:docMk/>
            <pc:sldMk cId="2146446687" sldId="257"/>
            <ac:spMk id="28" creationId="{CAEBFCD5-5356-4326-8D39-8235A46CD7B2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1:27.236" v="229"/>
          <ac:spMkLst>
            <pc:docMk/>
            <pc:sldMk cId="2146446687" sldId="257"/>
            <ac:spMk id="29" creationId="{5A0118C5-4F8D-4CF4-BADD-53FEACC6C42A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1:13.939" v="226"/>
          <ac:spMkLst>
            <pc:docMk/>
            <pc:sldMk cId="2146446687" sldId="257"/>
            <ac:spMk id="68" creationId="{56688E73-49B9-4052-A836-D248C825D70D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1:13.939" v="226"/>
          <ac:spMkLst>
            <pc:docMk/>
            <pc:sldMk cId="2146446687" sldId="257"/>
            <ac:spMk id="70" creationId="{5B6AEE0C-07FE-4154-BC7C-2F20530BC556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1:27.220" v="228"/>
          <ac:spMkLst>
            <pc:docMk/>
            <pc:sldMk cId="2146446687" sldId="257"/>
            <ac:spMk id="73" creationId="{E8A8EAB8-D2FF-444D-B34B-7D32F106AD0E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1:41.283" v="230"/>
          <ac:spMkLst>
            <pc:docMk/>
            <pc:sldMk cId="2146446687" sldId="257"/>
            <ac:spMk id="76" creationId="{9AA72BD9-2C5A-4EDC-931F-5AA08EACA0F3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1:41.283" v="230"/>
          <ac:spMkLst>
            <pc:docMk/>
            <pc:sldMk cId="2146446687" sldId="257"/>
            <ac:spMk id="77" creationId="{DD3981AC-7B61-4947-BCF3-F7AA7FA385B9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1:41.283" v="230"/>
          <ac:spMkLst>
            <pc:docMk/>
            <pc:sldMk cId="2146446687" sldId="257"/>
            <ac:spMk id="78" creationId="{55D4142C-5077-457F-A6AD-3FECFDB39685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1:41.283" v="230"/>
          <ac:spMkLst>
            <pc:docMk/>
            <pc:sldMk cId="2146446687" sldId="257"/>
            <ac:spMk id="79" creationId="{7A5F0580-5EE9-419F-96EE-B6529EF6E7D0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5:52:43.316" v="240"/>
          <ac:spMkLst>
            <pc:docMk/>
            <pc:sldMk cId="2146446687" sldId="257"/>
            <ac:spMk id="84" creationId="{E8A8EAB8-D2FF-444D-B34B-7D32F106AD0E}"/>
          </ac:spMkLst>
        </pc:spChg>
        <pc:spChg chg="add">
          <ac:chgData name="Michael LA DUONG" userId="S::m.laduong@student.helmo.be::83064a7d-4bdc-47cd-bf44-ef105e654332" providerId="AD" clId="Web-{F0C04236-D03A-1299-2315-B7070902EE59}" dt="2025-11-15T15:52:43.316" v="240"/>
          <ac:spMkLst>
            <pc:docMk/>
            <pc:sldMk cId="2146446687" sldId="257"/>
            <ac:spMk id="93" creationId="{E8A8EAB8-D2FF-444D-B34B-7D32F106AD0E}"/>
          </ac:spMkLst>
        </pc:spChg>
        <pc:grpChg chg="add del">
          <ac:chgData name="Michael LA DUONG" userId="S::m.laduong@student.helmo.be::83064a7d-4bdc-47cd-bf44-ef105e654332" providerId="AD" clId="Web-{F0C04236-D03A-1299-2315-B7070902EE59}" dt="2025-11-15T15:50:56.642" v="223"/>
          <ac:grpSpMkLst>
            <pc:docMk/>
            <pc:sldMk cId="2146446687" sldId="257"/>
            <ac:grpSpMk id="11" creationId="{D44E3F87-3D58-4B03-86B2-15A5C5B9C964}"/>
          </ac:grpSpMkLst>
        </pc:grpChg>
        <pc:grpChg chg="add del">
          <ac:chgData name="Michael LA DUONG" userId="S::m.laduong@student.helmo.be::83064a7d-4bdc-47cd-bf44-ef105e654332" providerId="AD" clId="Web-{F0C04236-D03A-1299-2315-B7070902EE59}" dt="2025-11-15T15:51:27.220" v="228"/>
          <ac:grpSpMkLst>
            <pc:docMk/>
            <pc:sldMk cId="2146446687" sldId="257"/>
            <ac:grpSpMk id="30" creationId="{6B67BE95-96EF-433C-9F29-B0732AA6B6AC}"/>
          </ac:grpSpMkLst>
        </pc:grpChg>
        <pc:grpChg chg="add del">
          <ac:chgData name="Michael LA DUONG" userId="S::m.laduong@student.helmo.be::83064a7d-4bdc-47cd-bf44-ef105e654332" providerId="AD" clId="Web-{F0C04236-D03A-1299-2315-B7070902EE59}" dt="2025-11-15T15:51:27.236" v="229"/>
          <ac:grpSpMkLst>
            <pc:docMk/>
            <pc:sldMk cId="2146446687" sldId="257"/>
            <ac:grpSpMk id="33" creationId="{89C6B508-0B2C-4D80-99F6-BC8C9C69341A}"/>
          </ac:grpSpMkLst>
        </pc:grpChg>
        <pc:grpChg chg="add del">
          <ac:chgData name="Michael LA DUONG" userId="S::m.laduong@student.helmo.be::83064a7d-4bdc-47cd-bf44-ef105e654332" providerId="AD" clId="Web-{F0C04236-D03A-1299-2315-B7070902EE59}" dt="2025-11-15T15:51:27.220" v="228"/>
          <ac:grpSpMkLst>
            <pc:docMk/>
            <pc:sldMk cId="2146446687" sldId="257"/>
            <ac:grpSpMk id="34" creationId="{D6E8B984-55B9-4A62-A043-997D00F0AE09}"/>
          </ac:grpSpMkLst>
        </pc:grpChg>
        <pc:grpChg chg="add del">
          <ac:chgData name="Michael LA DUONG" userId="S::m.laduong@student.helmo.be::83064a7d-4bdc-47cd-bf44-ef105e654332" providerId="AD" clId="Web-{F0C04236-D03A-1299-2315-B7070902EE59}" dt="2025-11-15T15:51:27.220" v="228"/>
          <ac:grpSpMkLst>
            <pc:docMk/>
            <pc:sldMk cId="2146446687" sldId="257"/>
            <ac:grpSpMk id="49" creationId="{DDFA5A3F-B050-4826-ACB4-F634DD12C7BC}"/>
          </ac:grpSpMkLst>
        </pc:grpChg>
        <pc:picChg chg="add del mod ord">
          <ac:chgData name="Michael LA DUONG" userId="S::m.laduong@student.helmo.be::83064a7d-4bdc-47cd-bf44-ef105e654332" providerId="AD" clId="Web-{F0C04236-D03A-1299-2315-B7070902EE59}" dt="2025-11-15T15:51:58.331" v="233"/>
          <ac:picMkLst>
            <pc:docMk/>
            <pc:sldMk cId="2146446687" sldId="257"/>
            <ac:picMk id="4" creationId="{D0B0F2FE-6D5A-0A43-C0FE-E14C419CA35B}"/>
          </ac:picMkLst>
        </pc:picChg>
        <pc:picChg chg="add mod">
          <ac:chgData name="Michael LA DUONG" userId="S::m.laduong@student.helmo.be::83064a7d-4bdc-47cd-bf44-ef105e654332" providerId="AD" clId="Web-{F0C04236-D03A-1299-2315-B7070902EE59}" dt="2025-11-15T15:52:43.316" v="240"/>
          <ac:picMkLst>
            <pc:docMk/>
            <pc:sldMk cId="2146446687" sldId="257"/>
            <ac:picMk id="5" creationId="{64E54B50-9FB7-0180-0F1B-53B676F77208}"/>
          </ac:picMkLst>
        </pc:picChg>
        <pc:cxnChg chg="add del">
          <ac:chgData name="Michael LA DUONG" userId="S::m.laduong@student.helmo.be::83064a7d-4bdc-47cd-bf44-ef105e654332" providerId="AD" clId="Web-{F0C04236-D03A-1299-2315-B7070902EE59}" dt="2025-11-15T15:50:56.642" v="223"/>
          <ac:cxnSpMkLst>
            <pc:docMk/>
            <pc:sldMk cId="2146446687" sldId="257"/>
            <ac:cxnSpMk id="24" creationId="{EEA38897-7BA3-4408-8083-3235339C4A60}"/>
          </ac:cxnSpMkLst>
        </pc:cxnChg>
        <pc:cxnChg chg="add del">
          <ac:chgData name="Michael LA DUONG" userId="S::m.laduong@student.helmo.be::83064a7d-4bdc-47cd-bf44-ef105e654332" providerId="AD" clId="Web-{F0C04236-D03A-1299-2315-B7070902EE59}" dt="2025-11-15T15:50:56.642" v="223"/>
          <ac:cxnSpMkLst>
            <pc:docMk/>
            <pc:sldMk cId="2146446687" sldId="257"/>
            <ac:cxnSpMk id="26" creationId="{F11AD06B-AB20-4097-8606-5DA00DBACE88}"/>
          </ac:cxnSpMkLst>
        </pc:cxnChg>
        <pc:cxnChg chg="add del">
          <ac:chgData name="Michael LA DUONG" userId="S::m.laduong@student.helmo.be::83064a7d-4bdc-47cd-bf44-ef105e654332" providerId="AD" clId="Web-{F0C04236-D03A-1299-2315-B7070902EE59}" dt="2025-11-15T15:52:43.316" v="240"/>
          <ac:cxnSpMkLst>
            <pc:docMk/>
            <pc:sldMk cId="2146446687" sldId="257"/>
            <ac:cxnSpMk id="86" creationId="{EEA38897-7BA3-4408-8083-3235339C4A60}"/>
          </ac:cxnSpMkLst>
        </pc:cxnChg>
        <pc:cxnChg chg="add del">
          <ac:chgData name="Michael LA DUONG" userId="S::m.laduong@student.helmo.be::83064a7d-4bdc-47cd-bf44-ef105e654332" providerId="AD" clId="Web-{F0C04236-D03A-1299-2315-B7070902EE59}" dt="2025-11-15T15:52:43.316" v="240"/>
          <ac:cxnSpMkLst>
            <pc:docMk/>
            <pc:sldMk cId="2146446687" sldId="257"/>
            <ac:cxnSpMk id="88" creationId="{F11AD06B-AB20-4097-8606-5DA00DBACE88}"/>
          </ac:cxnSpMkLst>
        </pc:cxnChg>
        <pc:cxnChg chg="add">
          <ac:chgData name="Michael LA DUONG" userId="S::m.laduong@student.helmo.be::83064a7d-4bdc-47cd-bf44-ef105e654332" providerId="AD" clId="Web-{F0C04236-D03A-1299-2315-B7070902EE59}" dt="2025-11-15T15:52:43.316" v="240"/>
          <ac:cxnSpMkLst>
            <pc:docMk/>
            <pc:sldMk cId="2146446687" sldId="257"/>
            <ac:cxnSpMk id="95" creationId="{EEA38897-7BA3-4408-8083-3235339C4A60}"/>
          </ac:cxnSpMkLst>
        </pc:cxnChg>
        <pc:cxnChg chg="add">
          <ac:chgData name="Michael LA DUONG" userId="S::m.laduong@student.helmo.be::83064a7d-4bdc-47cd-bf44-ef105e654332" providerId="AD" clId="Web-{F0C04236-D03A-1299-2315-B7070902EE59}" dt="2025-11-15T15:52:43.316" v="240"/>
          <ac:cxnSpMkLst>
            <pc:docMk/>
            <pc:sldMk cId="2146446687" sldId="257"/>
            <ac:cxnSpMk id="97" creationId="{F11AD06B-AB20-4097-8606-5DA00DBACE88}"/>
          </ac:cxnSpMkLst>
        </pc:cxnChg>
      </pc:sldChg>
      <pc:sldChg chg="addSp delSp modSp new mod modTransition setBg">
        <pc:chgData name="Michael LA DUONG" userId="S::m.laduong@student.helmo.be::83064a7d-4bdc-47cd-bf44-ef105e654332" providerId="AD" clId="Web-{F0C04236-D03A-1299-2315-B7070902EE59}" dt="2025-11-15T16:11:26.543" v="314"/>
        <pc:sldMkLst>
          <pc:docMk/>
          <pc:sldMk cId="452832377" sldId="258"/>
        </pc:sldMkLst>
        <pc:spChg chg="mod">
          <ac:chgData name="Michael LA DUONG" userId="S::m.laduong@student.helmo.be::83064a7d-4bdc-47cd-bf44-ef105e654332" providerId="AD" clId="Web-{F0C04236-D03A-1299-2315-B7070902EE59}" dt="2025-11-15T16:05:31.163" v="279" actId="20577"/>
          <ac:spMkLst>
            <pc:docMk/>
            <pc:sldMk cId="452832377" sldId="258"/>
            <ac:spMk id="2" creationId="{1C51E7C6-CAAB-C772-B7A4-A093BA92AC32}"/>
          </ac:spMkLst>
        </pc:spChg>
        <pc:spChg chg="del">
          <ac:chgData name="Michael LA DUONG" userId="S::m.laduong@student.helmo.be::83064a7d-4bdc-47cd-bf44-ef105e654332" providerId="AD" clId="Web-{F0C04236-D03A-1299-2315-B7070902EE59}" dt="2025-11-15T16:00:30.603" v="242"/>
          <ac:spMkLst>
            <pc:docMk/>
            <pc:sldMk cId="452832377" sldId="258"/>
            <ac:spMk id="3" creationId="{E565DB3D-1958-5B6D-6620-F595F356E3FB}"/>
          </ac:spMkLst>
        </pc:spChg>
        <pc:spChg chg="add mod">
          <ac:chgData name="Michael LA DUONG" userId="S::m.laduong@student.helmo.be::83064a7d-4bdc-47cd-bf44-ef105e654332" providerId="AD" clId="Web-{F0C04236-D03A-1299-2315-B7070902EE59}" dt="2025-11-15T16:09:22.419" v="304" actId="20577"/>
          <ac:spMkLst>
            <pc:docMk/>
            <pc:sldMk cId="452832377" sldId="258"/>
            <ac:spMk id="5" creationId="{FE4736C0-1863-79DD-07EB-F19045DB1F9B}"/>
          </ac:spMkLst>
        </pc:spChg>
        <pc:spChg chg="add del mod">
          <ac:chgData name="Michael LA DUONG" userId="S::m.laduong@student.helmo.be::83064a7d-4bdc-47cd-bf44-ef105e654332" providerId="AD" clId="Web-{F0C04236-D03A-1299-2315-B7070902EE59}" dt="2025-11-15T16:02:15.655" v="261"/>
          <ac:spMkLst>
            <pc:docMk/>
            <pc:sldMk cId="452832377" sldId="258"/>
            <ac:spMk id="7" creationId="{F2FAF0F3-7017-1C8C-A59F-49D1316988A1}"/>
          </ac:spMkLst>
        </pc:spChg>
        <pc:spChg chg="add del mod">
          <ac:chgData name="Michael LA DUONG" userId="S::m.laduong@student.helmo.be::83064a7d-4bdc-47cd-bf44-ef105e654332" providerId="AD" clId="Web-{F0C04236-D03A-1299-2315-B7070902EE59}" dt="2025-11-15T16:03:48.425" v="264"/>
          <ac:spMkLst>
            <pc:docMk/>
            <pc:sldMk cId="452832377" sldId="258"/>
            <ac:spMk id="10" creationId="{A2F7BE42-33D8-164E-67D2-15FA2CBA867A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3:59.613" v="267"/>
          <ac:spMkLst>
            <pc:docMk/>
            <pc:sldMk cId="452832377" sldId="258"/>
            <ac:spMk id="13" creationId="{21A75659-5A6F-4F77-9679-678A00B9D8DC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3:59.613" v="267"/>
          <ac:spMkLst>
            <pc:docMk/>
            <pc:sldMk cId="452832377" sldId="258"/>
            <ac:spMk id="15" creationId="{E30A3A45-140E-431E-AED0-07EF836310B3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3:59.613" v="267"/>
          <ac:spMkLst>
            <pc:docMk/>
            <pc:sldMk cId="452832377" sldId="258"/>
            <ac:spMk id="17" creationId="{55D4142C-5077-457F-A6AD-3FECFDB39685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3:59.613" v="267"/>
          <ac:spMkLst>
            <pc:docMk/>
            <pc:sldMk cId="452832377" sldId="258"/>
            <ac:spMk id="19" creationId="{7A5F0580-5EE9-419F-96EE-B6529EF6E7D0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3:59.597" v="266"/>
          <ac:spMkLst>
            <pc:docMk/>
            <pc:sldMk cId="452832377" sldId="258"/>
            <ac:spMk id="24" creationId="{9AA72BD9-2C5A-4EDC-931F-5AA08EACA0F3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3:59.597" v="266"/>
          <ac:spMkLst>
            <pc:docMk/>
            <pc:sldMk cId="452832377" sldId="258"/>
            <ac:spMk id="26" creationId="{DD3981AC-7B61-4947-BCF3-F7AA7FA385B9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3:59.597" v="266"/>
          <ac:spMkLst>
            <pc:docMk/>
            <pc:sldMk cId="452832377" sldId="258"/>
            <ac:spMk id="28" creationId="{55D4142C-5077-457F-A6AD-3FECFDB39685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3:59.597" v="266"/>
          <ac:spMkLst>
            <pc:docMk/>
            <pc:sldMk cId="452832377" sldId="258"/>
            <ac:spMk id="30" creationId="{7A5F0580-5EE9-419F-96EE-B6529EF6E7D0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4:31.020" v="270"/>
          <ac:spMkLst>
            <pc:docMk/>
            <pc:sldMk cId="452832377" sldId="258"/>
            <ac:spMk id="32" creationId="{21A75659-5A6F-4F77-9679-678A00B9D8DC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4:31.020" v="270"/>
          <ac:spMkLst>
            <pc:docMk/>
            <pc:sldMk cId="452832377" sldId="258"/>
            <ac:spMk id="33" creationId="{E30A3A45-140E-431E-AED0-07EF836310B3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4:31.020" v="270"/>
          <ac:spMkLst>
            <pc:docMk/>
            <pc:sldMk cId="452832377" sldId="258"/>
            <ac:spMk id="34" creationId="{55D4142C-5077-457F-A6AD-3FECFDB39685}"/>
          </ac:spMkLst>
        </pc:spChg>
        <pc:spChg chg="add del">
          <ac:chgData name="Michael LA DUONG" userId="S::m.laduong@student.helmo.be::83064a7d-4bdc-47cd-bf44-ef105e654332" providerId="AD" clId="Web-{F0C04236-D03A-1299-2315-B7070902EE59}" dt="2025-11-15T16:04:31.020" v="270"/>
          <ac:spMkLst>
            <pc:docMk/>
            <pc:sldMk cId="452832377" sldId="258"/>
            <ac:spMk id="35" creationId="{7A5F0580-5EE9-419F-96EE-B6529EF6E7D0}"/>
          </ac:spMkLst>
        </pc:spChg>
        <pc:spChg chg="add">
          <ac:chgData name="Michael LA DUONG" userId="S::m.laduong@student.helmo.be::83064a7d-4bdc-47cd-bf44-ef105e654332" providerId="AD" clId="Web-{F0C04236-D03A-1299-2315-B7070902EE59}" dt="2025-11-15T16:04:31.020" v="270"/>
          <ac:spMkLst>
            <pc:docMk/>
            <pc:sldMk cId="452832377" sldId="258"/>
            <ac:spMk id="40" creationId="{C0A1ED06-4733-4020-9C60-81D4D801408D}"/>
          </ac:spMkLst>
        </pc:spChg>
        <pc:spChg chg="add">
          <ac:chgData name="Michael LA DUONG" userId="S::m.laduong@student.helmo.be::83064a7d-4bdc-47cd-bf44-ef105e654332" providerId="AD" clId="Web-{F0C04236-D03A-1299-2315-B7070902EE59}" dt="2025-11-15T16:04:31.020" v="270"/>
          <ac:spMkLst>
            <pc:docMk/>
            <pc:sldMk cId="452832377" sldId="258"/>
            <ac:spMk id="42" creationId="{B0CA3509-3AF9-45FE-93ED-57BB5D5E8E07}"/>
          </ac:spMkLst>
        </pc:spChg>
        <pc:picChg chg="add del mod ord">
          <ac:chgData name="Michael LA DUONG" userId="S::m.laduong@student.helmo.be::83064a7d-4bdc-47cd-bf44-ef105e654332" providerId="AD" clId="Web-{F0C04236-D03A-1299-2315-B7070902EE59}" dt="2025-11-15T16:02:12.905" v="260"/>
          <ac:picMkLst>
            <pc:docMk/>
            <pc:sldMk cId="452832377" sldId="258"/>
            <ac:picMk id="4" creationId="{5A2D007C-2528-AD5B-4B51-909CAE0FAC23}"/>
          </ac:picMkLst>
        </pc:picChg>
        <pc:picChg chg="add del mod ord">
          <ac:chgData name="Michael LA DUONG" userId="S::m.laduong@student.helmo.be::83064a7d-4bdc-47cd-bf44-ef105e654332" providerId="AD" clId="Web-{F0C04236-D03A-1299-2315-B7070902EE59}" dt="2025-11-15T16:03:35.143" v="263"/>
          <ac:picMkLst>
            <pc:docMk/>
            <pc:sldMk cId="452832377" sldId="258"/>
            <ac:picMk id="8" creationId="{EE13BF23-0E90-1C21-3FA6-84C19F36BEAF}"/>
          </ac:picMkLst>
        </pc:picChg>
        <pc:picChg chg="add mod ord">
          <ac:chgData name="Michael LA DUONG" userId="S::m.laduong@student.helmo.be::83064a7d-4bdc-47cd-bf44-ef105e654332" providerId="AD" clId="Web-{F0C04236-D03A-1299-2315-B7070902EE59}" dt="2025-11-15T16:11:02.226" v="313" actId="14100"/>
          <ac:picMkLst>
            <pc:docMk/>
            <pc:sldMk cId="452832377" sldId="258"/>
            <ac:picMk id="11" creationId="{230B5A4E-6A7A-45DE-3990-C6CE254AC31C}"/>
          </ac:picMkLst>
        </pc:picChg>
      </pc:sldChg>
    </pc:docChg>
  </pc:docChgLst>
  <pc:docChgLst>
    <pc:chgData name="Michael LA DUONG" userId="83064a7d-4bdc-47cd-bf44-ef105e654332" providerId="ADAL" clId="{E6FFF5D5-3920-4FA4-B444-2C1EE5D9FA4A}"/>
    <pc:docChg chg="modSld modMainMaster modShowInfo">
      <pc:chgData name="Michael LA DUONG" userId="83064a7d-4bdc-47cd-bf44-ef105e654332" providerId="ADAL" clId="{E6FFF5D5-3920-4FA4-B444-2C1EE5D9FA4A}" dt="2025-11-15T17:13:36.625" v="73"/>
      <pc:docMkLst>
        <pc:docMk/>
      </pc:docMkLst>
      <pc:sldChg chg="addSp delSp mod modTransition">
        <pc:chgData name="Michael LA DUONG" userId="83064a7d-4bdc-47cd-bf44-ef105e654332" providerId="ADAL" clId="{E6FFF5D5-3920-4FA4-B444-2C1EE5D9FA4A}" dt="2025-11-15T17:13:28.601" v="67"/>
        <pc:sldMkLst>
          <pc:docMk/>
          <pc:sldMk cId="3784089036" sldId="256"/>
        </pc:sldMkLst>
        <pc:inkChg chg="add del">
          <ac:chgData name="Michael LA DUONG" userId="83064a7d-4bdc-47cd-bf44-ef105e654332" providerId="ADAL" clId="{E6FFF5D5-3920-4FA4-B444-2C1EE5D9FA4A}" dt="2025-11-15T17:13:25.030" v="64"/>
          <ac:inkMkLst>
            <pc:docMk/>
            <pc:sldMk cId="3784089036" sldId="256"/>
            <ac:inkMk id="5" creationId="{B6C86DD8-B802-FBB1-016E-F576D6B4D0DA}"/>
          </ac:inkMkLst>
        </pc:inkChg>
        <pc:inkChg chg="add del">
          <ac:chgData name="Michael LA DUONG" userId="83064a7d-4bdc-47cd-bf44-ef105e654332" providerId="ADAL" clId="{E6FFF5D5-3920-4FA4-B444-2C1EE5D9FA4A}" dt="2025-11-15T17:13:26.049" v="65"/>
          <ac:inkMkLst>
            <pc:docMk/>
            <pc:sldMk cId="3784089036" sldId="256"/>
            <ac:inkMk id="7" creationId="{5355D9F1-24AC-E466-FAD3-9FA353C894C8}"/>
          </ac:inkMkLst>
        </pc:inkChg>
        <pc:inkChg chg="add del">
          <ac:chgData name="Michael LA DUONG" userId="83064a7d-4bdc-47cd-bf44-ef105e654332" providerId="ADAL" clId="{E6FFF5D5-3920-4FA4-B444-2C1EE5D9FA4A}" dt="2025-11-15T17:13:27.050" v="66"/>
          <ac:inkMkLst>
            <pc:docMk/>
            <pc:sldMk cId="3784089036" sldId="256"/>
            <ac:inkMk id="8" creationId="{250A58ED-E66A-0F9A-06FB-142458F6E508}"/>
          </ac:inkMkLst>
        </pc:inkChg>
        <pc:inkChg chg="add del">
          <ac:chgData name="Michael LA DUONG" userId="83064a7d-4bdc-47cd-bf44-ef105e654332" providerId="ADAL" clId="{E6FFF5D5-3920-4FA4-B444-2C1EE5D9FA4A}" dt="2025-11-15T17:13:28.601" v="67"/>
          <ac:inkMkLst>
            <pc:docMk/>
            <pc:sldMk cId="3784089036" sldId="256"/>
            <ac:inkMk id="10" creationId="{AF14C320-1A6C-DFD3-9FDA-9B10AD4E844D}"/>
          </ac:inkMkLst>
        </pc:inkChg>
      </pc:sldChg>
      <pc:sldChg chg="addSp delSp mod modTransition">
        <pc:chgData name="Michael LA DUONG" userId="83064a7d-4bdc-47cd-bf44-ef105e654332" providerId="ADAL" clId="{E6FFF5D5-3920-4FA4-B444-2C1EE5D9FA4A}" dt="2025-11-15T17:13:32.518" v="69"/>
        <pc:sldMkLst>
          <pc:docMk/>
          <pc:sldMk cId="2146446687" sldId="257"/>
        </pc:sldMkLst>
        <pc:inkChg chg="add del">
          <ac:chgData name="Michael LA DUONG" userId="83064a7d-4bdc-47cd-bf44-ef105e654332" providerId="ADAL" clId="{E6FFF5D5-3920-4FA4-B444-2C1EE5D9FA4A}" dt="2025-11-15T16:51:51.007" v="56"/>
          <ac:inkMkLst>
            <pc:docMk/>
            <pc:sldMk cId="2146446687" sldId="257"/>
            <ac:inkMk id="4" creationId="{7D71B6A1-D1C8-A4BC-A55A-A9E9E6151B9F}"/>
          </ac:inkMkLst>
        </pc:inkChg>
        <pc:inkChg chg="add del">
          <ac:chgData name="Michael LA DUONG" userId="83064a7d-4bdc-47cd-bf44-ef105e654332" providerId="ADAL" clId="{E6FFF5D5-3920-4FA4-B444-2C1EE5D9FA4A}" dt="2025-11-15T17:13:32.518" v="69"/>
          <ac:inkMkLst>
            <pc:docMk/>
            <pc:sldMk cId="2146446687" sldId="257"/>
            <ac:inkMk id="6" creationId="{F5CAA74F-BAA7-BA75-A55A-6A79D74B9BA8}"/>
          </ac:inkMkLst>
        </pc:inkChg>
        <pc:inkChg chg="add del">
          <ac:chgData name="Michael LA DUONG" userId="83064a7d-4bdc-47cd-bf44-ef105e654332" providerId="ADAL" clId="{E6FFF5D5-3920-4FA4-B444-2C1EE5D9FA4A}" dt="2025-11-15T17:13:31.434" v="68"/>
          <ac:inkMkLst>
            <pc:docMk/>
            <pc:sldMk cId="2146446687" sldId="257"/>
            <ac:inkMk id="7" creationId="{BC437495-3E74-7833-1D1F-BFAA015CC900}"/>
          </ac:inkMkLst>
        </pc:inkChg>
      </pc:sldChg>
      <pc:sldChg chg="addSp delSp mod modTransition">
        <pc:chgData name="Michael LA DUONG" userId="83064a7d-4bdc-47cd-bf44-ef105e654332" providerId="ADAL" clId="{E6FFF5D5-3920-4FA4-B444-2C1EE5D9FA4A}" dt="2025-11-15T17:13:36.625" v="73"/>
        <pc:sldMkLst>
          <pc:docMk/>
          <pc:sldMk cId="452832377" sldId="258"/>
        </pc:sldMkLst>
        <pc:inkChg chg="add del">
          <ac:chgData name="Michael LA DUONG" userId="83064a7d-4bdc-47cd-bf44-ef105e654332" providerId="ADAL" clId="{E6FFF5D5-3920-4FA4-B444-2C1EE5D9FA4A}" dt="2025-11-15T16:52:05.041" v="59"/>
          <ac:inkMkLst>
            <pc:docMk/>
            <pc:sldMk cId="452832377" sldId="258"/>
            <ac:inkMk id="3" creationId="{7B9965A9-62A4-2B91-FC0C-815067A7A7D6}"/>
          </ac:inkMkLst>
        </pc:inkChg>
        <pc:inkChg chg="add del">
          <ac:chgData name="Michael LA DUONG" userId="83064a7d-4bdc-47cd-bf44-ef105e654332" providerId="ADAL" clId="{E6FFF5D5-3920-4FA4-B444-2C1EE5D9FA4A}" dt="2025-11-15T17:13:35.155" v="70"/>
          <ac:inkMkLst>
            <pc:docMk/>
            <pc:sldMk cId="452832377" sldId="258"/>
            <ac:inkMk id="4" creationId="{4E5F99D1-588C-FBB5-3D89-559CAF5353E9}"/>
          </ac:inkMkLst>
        </pc:inkChg>
        <pc:inkChg chg="add del">
          <ac:chgData name="Michael LA DUONG" userId="83064a7d-4bdc-47cd-bf44-ef105e654332" providerId="ADAL" clId="{E6FFF5D5-3920-4FA4-B444-2C1EE5D9FA4A}" dt="2025-11-15T17:13:35.155" v="71"/>
          <ac:inkMkLst>
            <pc:docMk/>
            <pc:sldMk cId="452832377" sldId="258"/>
            <ac:inkMk id="6" creationId="{E558E775-14DE-16C1-3304-DAAABA431372}"/>
          </ac:inkMkLst>
        </pc:inkChg>
        <pc:inkChg chg="add del">
          <ac:chgData name="Michael LA DUONG" userId="83064a7d-4bdc-47cd-bf44-ef105e654332" providerId="ADAL" clId="{E6FFF5D5-3920-4FA4-B444-2C1EE5D9FA4A}" dt="2025-11-15T16:52:04.281" v="58"/>
          <ac:inkMkLst>
            <pc:docMk/>
            <pc:sldMk cId="452832377" sldId="258"/>
            <ac:inkMk id="7" creationId="{C7C3A237-D2E6-1442-79D8-B20ADB6EA78F}"/>
          </ac:inkMkLst>
        </pc:inkChg>
        <pc:inkChg chg="add del">
          <ac:chgData name="Michael LA DUONG" userId="83064a7d-4bdc-47cd-bf44-ef105e654332" providerId="ADAL" clId="{E6FFF5D5-3920-4FA4-B444-2C1EE5D9FA4A}" dt="2025-11-15T17:13:36.625" v="73"/>
          <ac:inkMkLst>
            <pc:docMk/>
            <pc:sldMk cId="452832377" sldId="258"/>
            <ac:inkMk id="8" creationId="{6DB899D1-9275-B895-E56C-41977D3B9D2D}"/>
          </ac:inkMkLst>
        </pc:inkChg>
        <pc:inkChg chg="add del">
          <ac:chgData name="Michael LA DUONG" userId="83064a7d-4bdc-47cd-bf44-ef105e654332" providerId="ADAL" clId="{E6FFF5D5-3920-4FA4-B444-2C1EE5D9FA4A}" dt="2025-11-15T17:13:36.624" v="72"/>
          <ac:inkMkLst>
            <pc:docMk/>
            <pc:sldMk cId="452832377" sldId="258"/>
            <ac:inkMk id="9" creationId="{ABC861B3-2555-AA7F-E151-6E51BCFC117D}"/>
          </ac:inkMkLst>
        </pc:inkChg>
      </pc:sldChg>
      <pc:sldMasterChg chg="modTransition modSldLayout">
        <pc:chgData name="Michael LA DUONG" userId="83064a7d-4bdc-47cd-bf44-ef105e654332" providerId="ADAL" clId="{E6FFF5D5-3920-4FA4-B444-2C1EE5D9FA4A}" dt="2025-11-15T16:29:08.159" v="47"/>
        <pc:sldMasterMkLst>
          <pc:docMk/>
          <pc:sldMasterMk cId="3071127875" sldId="2147483648"/>
        </pc:sldMasterMkLst>
        <pc:sldLayoutChg chg="modTransition">
          <pc:chgData name="Michael LA DUONG" userId="83064a7d-4bdc-47cd-bf44-ef105e654332" providerId="ADAL" clId="{E6FFF5D5-3920-4FA4-B444-2C1EE5D9FA4A}" dt="2025-11-15T16:29:08.159" v="47"/>
          <pc:sldLayoutMkLst>
            <pc:docMk/>
            <pc:sldMasterMk cId="3071127875" sldId="2147483648"/>
            <pc:sldLayoutMk cId="3310491181" sldId="2147483649"/>
          </pc:sldLayoutMkLst>
        </pc:sldLayoutChg>
        <pc:sldLayoutChg chg="modTransition">
          <pc:chgData name="Michael LA DUONG" userId="83064a7d-4bdc-47cd-bf44-ef105e654332" providerId="ADAL" clId="{E6FFF5D5-3920-4FA4-B444-2C1EE5D9FA4A}" dt="2025-11-15T16:29:08.159" v="47"/>
          <pc:sldLayoutMkLst>
            <pc:docMk/>
            <pc:sldMasterMk cId="3071127875" sldId="2147483648"/>
            <pc:sldLayoutMk cId="3841795644" sldId="2147483650"/>
          </pc:sldLayoutMkLst>
        </pc:sldLayoutChg>
        <pc:sldLayoutChg chg="modTransition">
          <pc:chgData name="Michael LA DUONG" userId="83064a7d-4bdc-47cd-bf44-ef105e654332" providerId="ADAL" clId="{E6FFF5D5-3920-4FA4-B444-2C1EE5D9FA4A}" dt="2025-11-15T16:29:08.159" v="47"/>
          <pc:sldLayoutMkLst>
            <pc:docMk/>
            <pc:sldMasterMk cId="3071127875" sldId="2147483648"/>
            <pc:sldLayoutMk cId="3466923455" sldId="2147483651"/>
          </pc:sldLayoutMkLst>
        </pc:sldLayoutChg>
        <pc:sldLayoutChg chg="modTransition">
          <pc:chgData name="Michael LA DUONG" userId="83064a7d-4bdc-47cd-bf44-ef105e654332" providerId="ADAL" clId="{E6FFF5D5-3920-4FA4-B444-2C1EE5D9FA4A}" dt="2025-11-15T16:29:08.159" v="47"/>
          <pc:sldLayoutMkLst>
            <pc:docMk/>
            <pc:sldMasterMk cId="3071127875" sldId="2147483648"/>
            <pc:sldLayoutMk cId="3747632232" sldId="2147483652"/>
          </pc:sldLayoutMkLst>
        </pc:sldLayoutChg>
        <pc:sldLayoutChg chg="modTransition">
          <pc:chgData name="Michael LA DUONG" userId="83064a7d-4bdc-47cd-bf44-ef105e654332" providerId="ADAL" clId="{E6FFF5D5-3920-4FA4-B444-2C1EE5D9FA4A}" dt="2025-11-15T16:29:08.159" v="47"/>
          <pc:sldLayoutMkLst>
            <pc:docMk/>
            <pc:sldMasterMk cId="3071127875" sldId="2147483648"/>
            <pc:sldLayoutMk cId="2611866596" sldId="2147483653"/>
          </pc:sldLayoutMkLst>
        </pc:sldLayoutChg>
        <pc:sldLayoutChg chg="modTransition">
          <pc:chgData name="Michael LA DUONG" userId="83064a7d-4bdc-47cd-bf44-ef105e654332" providerId="ADAL" clId="{E6FFF5D5-3920-4FA4-B444-2C1EE5D9FA4A}" dt="2025-11-15T16:29:08.159" v="47"/>
          <pc:sldLayoutMkLst>
            <pc:docMk/>
            <pc:sldMasterMk cId="3071127875" sldId="2147483648"/>
            <pc:sldLayoutMk cId="3395854097" sldId="2147483654"/>
          </pc:sldLayoutMkLst>
        </pc:sldLayoutChg>
        <pc:sldLayoutChg chg="modTransition">
          <pc:chgData name="Michael LA DUONG" userId="83064a7d-4bdc-47cd-bf44-ef105e654332" providerId="ADAL" clId="{E6FFF5D5-3920-4FA4-B444-2C1EE5D9FA4A}" dt="2025-11-15T16:29:08.159" v="47"/>
          <pc:sldLayoutMkLst>
            <pc:docMk/>
            <pc:sldMasterMk cId="3071127875" sldId="2147483648"/>
            <pc:sldLayoutMk cId="4040201302" sldId="2147483655"/>
          </pc:sldLayoutMkLst>
        </pc:sldLayoutChg>
        <pc:sldLayoutChg chg="modTransition">
          <pc:chgData name="Michael LA DUONG" userId="83064a7d-4bdc-47cd-bf44-ef105e654332" providerId="ADAL" clId="{E6FFF5D5-3920-4FA4-B444-2C1EE5D9FA4A}" dt="2025-11-15T16:29:08.159" v="47"/>
          <pc:sldLayoutMkLst>
            <pc:docMk/>
            <pc:sldMasterMk cId="3071127875" sldId="2147483648"/>
            <pc:sldLayoutMk cId="2706407263" sldId="2147483656"/>
          </pc:sldLayoutMkLst>
        </pc:sldLayoutChg>
        <pc:sldLayoutChg chg="modTransition">
          <pc:chgData name="Michael LA DUONG" userId="83064a7d-4bdc-47cd-bf44-ef105e654332" providerId="ADAL" clId="{E6FFF5D5-3920-4FA4-B444-2C1EE5D9FA4A}" dt="2025-11-15T16:29:08.159" v="47"/>
          <pc:sldLayoutMkLst>
            <pc:docMk/>
            <pc:sldMasterMk cId="3071127875" sldId="2147483648"/>
            <pc:sldLayoutMk cId="1610903340" sldId="2147483657"/>
          </pc:sldLayoutMkLst>
        </pc:sldLayoutChg>
        <pc:sldLayoutChg chg="modTransition">
          <pc:chgData name="Michael LA DUONG" userId="83064a7d-4bdc-47cd-bf44-ef105e654332" providerId="ADAL" clId="{E6FFF5D5-3920-4FA4-B444-2C1EE5D9FA4A}" dt="2025-11-15T16:29:08.159" v="47"/>
          <pc:sldLayoutMkLst>
            <pc:docMk/>
            <pc:sldMasterMk cId="3071127875" sldId="2147483648"/>
            <pc:sldLayoutMk cId="4172787210" sldId="2147483658"/>
          </pc:sldLayoutMkLst>
        </pc:sldLayoutChg>
        <pc:sldLayoutChg chg="modTransition">
          <pc:chgData name="Michael LA DUONG" userId="83064a7d-4bdc-47cd-bf44-ef105e654332" providerId="ADAL" clId="{E6FFF5D5-3920-4FA4-B444-2C1EE5D9FA4A}" dt="2025-11-15T16:29:08.159" v="47"/>
          <pc:sldLayoutMkLst>
            <pc:docMk/>
            <pc:sldMasterMk cId="3071127875" sldId="2147483648"/>
            <pc:sldLayoutMk cId="190217751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F4B6C-9F5F-1B18-EAFA-D84CB9B267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27608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71152" y="295049"/>
            <a:ext cx="3990703" cy="3316977"/>
          </a:xfrm>
        </p:spPr>
        <p:txBody>
          <a:bodyPr anchor="b">
            <a:normAutofit fontScale="90000"/>
          </a:bodyPr>
          <a:lstStyle/>
          <a:p>
            <a:pPr algn="l"/>
            <a:r>
              <a:rPr lang="fr-FR" sz="4000">
                <a:solidFill>
                  <a:schemeClr val="bg1"/>
                </a:solidFill>
                <a:ea typeface="+mj-lt"/>
                <a:cs typeface="+mj-lt"/>
              </a:rPr>
              <a:t> Bienvenue à la section Informatique de </a:t>
            </a:r>
            <a:r>
              <a:rPr lang="fr-FR" sz="4000" err="1">
                <a:solidFill>
                  <a:schemeClr val="bg1"/>
                </a:solidFill>
                <a:ea typeface="+mj-lt"/>
                <a:cs typeface="+mj-lt"/>
              </a:rPr>
              <a:t>HELMo</a:t>
            </a:r>
            <a:endParaRPr lang="en-US" sz="4000" err="1">
              <a:solidFill>
                <a:schemeClr val="bg1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3400">
              <a:solidFill>
                <a:schemeClr val="bg1"/>
              </a:solidFill>
            </a:endParaRPr>
          </a:p>
          <a:p>
            <a:pPr algn="l"/>
            <a:br>
              <a:rPr lang="en-US" sz="3400"/>
            </a:br>
            <a:endParaRPr lang="en-US" sz="3400">
              <a:solidFill>
                <a:schemeClr val="bg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endParaRPr lang="en-US" sz="2000">
              <a:solidFill>
                <a:schemeClr val="bg1"/>
              </a:solidFill>
            </a:endParaRPr>
          </a:p>
          <a:p>
            <a:pPr algn="l"/>
            <a:br>
              <a:rPr lang="en-US" sz="200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510B2-2F13-E61A-F390-B25BFD0BD2AC}"/>
              </a:ext>
            </a:extLst>
          </p:cNvPr>
          <p:cNvSpPr txBox="1"/>
          <p:nvPr/>
        </p:nvSpPr>
        <p:spPr>
          <a:xfrm>
            <a:off x="268310" y="3815366"/>
            <a:ext cx="6911661" cy="18928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fr-BE" sz="2200">
                <a:solidFill>
                  <a:schemeClr val="bg1"/>
                </a:solidFill>
                <a:latin typeface="Aptos"/>
                <a:ea typeface="fkGroteskNeue"/>
                <a:cs typeface="fkGroteskNeue"/>
              </a:rPr>
              <a:t>Un environnement dynamique et innovant</a:t>
            </a:r>
            <a:endParaRPr lang="en-US">
              <a:solidFill>
                <a:schemeClr val="bg1"/>
              </a:solidFill>
              <a:latin typeface="Aptos"/>
            </a:endParaRP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fr-BE" sz="2200">
                <a:solidFill>
                  <a:schemeClr val="bg1"/>
                </a:solidFill>
                <a:latin typeface="Aptos"/>
                <a:ea typeface="fkGroteskNeue"/>
                <a:cs typeface="fkGroteskNeue"/>
              </a:rPr>
              <a:t>Des enseignants passionnés et proches des étudiants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fr-BE" sz="2200">
                <a:solidFill>
                  <a:schemeClr val="bg1"/>
                </a:solidFill>
                <a:latin typeface="Aptos"/>
                <a:ea typeface="fkGroteskNeue"/>
                <a:cs typeface="fkGroteskNeue"/>
              </a:rPr>
              <a:t>Des formations tournées vers les métiers du futur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0E9B9-08A2-2E95-2C1C-56787287A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fr-BE" sz="3800">
                <a:solidFill>
                  <a:schemeClr val="bg1"/>
                </a:solidFill>
              </a:rPr>
              <a:t>Que propose la section informatique ?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DB62E-E243-24F7-5BCA-88F9E0E64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41" y="1909192"/>
            <a:ext cx="5500912" cy="364771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BE" sz="2000">
                <a:solidFill>
                  <a:schemeClr val="bg1"/>
                </a:solidFill>
                <a:ea typeface="+mn-lt"/>
                <a:cs typeface="+mn-lt"/>
              </a:rPr>
              <a:t>Cursus complet :  </a:t>
            </a:r>
            <a:endParaRPr lang="fr-BE" sz="20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fr-BE" sz="2000">
                <a:solidFill>
                  <a:schemeClr val="bg1"/>
                </a:solidFill>
                <a:ea typeface="+mn-lt"/>
                <a:cs typeface="+mn-lt"/>
              </a:rPr>
              <a:t> -Bachelier en développement </a:t>
            </a:r>
          </a:p>
          <a:p>
            <a:pPr marL="0" indent="0">
              <a:buNone/>
            </a:pPr>
            <a:r>
              <a:rPr lang="fr-BE" sz="2000">
                <a:solidFill>
                  <a:schemeClr val="bg1"/>
                </a:solidFill>
                <a:ea typeface="+mn-lt"/>
                <a:cs typeface="+mn-lt"/>
              </a:rPr>
              <a:t> d'applications </a:t>
            </a:r>
            <a:endParaRPr lang="fr-BE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fr-BE" sz="2000">
                <a:solidFill>
                  <a:schemeClr val="bg1"/>
                </a:solidFill>
                <a:ea typeface="+mn-lt"/>
                <a:cs typeface="+mn-lt"/>
              </a:rPr>
              <a:t> -Bachelier en sécurité des systèmes </a:t>
            </a:r>
          </a:p>
          <a:p>
            <a:pPr marL="0" indent="0">
              <a:buNone/>
            </a:pPr>
            <a:r>
              <a:rPr lang="fr-BE" sz="2000">
                <a:solidFill>
                  <a:schemeClr val="bg1"/>
                </a:solidFill>
                <a:ea typeface="+mn-lt"/>
                <a:cs typeface="+mn-lt"/>
              </a:rPr>
              <a:t> -Bachelier en intelligence artificielle </a:t>
            </a:r>
          </a:p>
          <a:p>
            <a:pPr marL="0" indent="0">
              <a:buNone/>
            </a:pPr>
            <a:r>
              <a:rPr lang="fr-BE" sz="2000">
                <a:solidFill>
                  <a:schemeClr val="bg1"/>
                </a:solidFill>
                <a:ea typeface="+mn-lt"/>
                <a:cs typeface="+mn-lt"/>
              </a:rPr>
              <a:t> -Master en architecture des systèmes</a:t>
            </a:r>
          </a:p>
          <a:p>
            <a:pPr marL="0" indent="0">
              <a:buNone/>
            </a:pPr>
            <a:r>
              <a:rPr lang="fr-BE" sz="2000">
                <a:solidFill>
                  <a:schemeClr val="bg1"/>
                </a:solidFill>
                <a:ea typeface="+mn-lt"/>
                <a:cs typeface="+mn-lt"/>
              </a:rPr>
              <a:t>  informatique</a:t>
            </a:r>
            <a:endParaRPr lang="fr-BE">
              <a:solidFill>
                <a:schemeClr val="bg1"/>
              </a:solidFill>
            </a:endParaRPr>
          </a:p>
          <a:p>
            <a:r>
              <a:rPr lang="fr-BE" sz="2000">
                <a:solidFill>
                  <a:schemeClr val="bg1"/>
                </a:solidFill>
                <a:ea typeface="+mn-lt"/>
                <a:cs typeface="+mn-lt"/>
              </a:rPr>
              <a:t>Projets pratiques et travail en équipe</a:t>
            </a:r>
            <a:endParaRPr lang="fr-BE" sz="2000">
              <a:solidFill>
                <a:schemeClr val="bg1"/>
              </a:solidFill>
            </a:endParaRPr>
          </a:p>
          <a:p>
            <a:r>
              <a:rPr lang="fr-BE" sz="2000">
                <a:solidFill>
                  <a:schemeClr val="bg1"/>
                </a:solidFill>
                <a:ea typeface="+mn-lt"/>
                <a:cs typeface="+mn-lt"/>
              </a:rPr>
              <a:t>Stages en entreprise et possibilités d’échanges internationaux</a:t>
            </a:r>
            <a:endParaRPr lang="fr-BE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4E54B50-9FB7-0180-0F1B-53B676F77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53" y="1651121"/>
            <a:ext cx="5666547" cy="355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4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30B5A4E-6A7A-45DE-3990-C6CE254AC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60000"/>
          </a:blip>
          <a:srcRect b="17334"/>
          <a:stretch>
            <a:fillRect/>
          </a:stretch>
        </p:blipFill>
        <p:spPr>
          <a:xfrm>
            <a:off x="-740799" y="-185829"/>
            <a:ext cx="13286184" cy="72494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51E7C6-CAAB-C772-B7A4-A093BA92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195"/>
            <a:ext cx="10165218" cy="28065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 </a:t>
            </a:r>
            <a:r>
              <a:rPr lang="fr-BE" sz="4000">
                <a:solidFill>
                  <a:srgbClr val="FFFFFF"/>
                </a:solidFill>
              </a:rPr>
              <a:t>Rejoins une communauté active 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736C0-1863-79DD-07EB-F19045DB1F9B}"/>
              </a:ext>
            </a:extLst>
          </p:cNvPr>
          <p:cNvSpPr txBox="1"/>
          <p:nvPr/>
        </p:nvSpPr>
        <p:spPr>
          <a:xfrm>
            <a:off x="838200" y="3526300"/>
            <a:ext cx="10165218" cy="25884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BE" sz="2400">
                <a:solidFill>
                  <a:srgbClr val="FFFFFF"/>
                </a:solidFill>
              </a:rPr>
              <a:t>Clubs, ateliers, événements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BE" sz="2400">
                <a:solidFill>
                  <a:srgbClr val="FFFFFF"/>
                </a:solidFill>
              </a:rPr>
              <a:t>Ambiance conviviale et entraide</a:t>
            </a:r>
          </a:p>
          <a:p>
            <a:r>
              <a:rPr lang="fr-BE" sz="2400">
                <a:solidFill>
                  <a:srgbClr val="FFFFFF"/>
                </a:solidFill>
              </a:rPr>
              <a:t>De nombreux débouchés : développeur, analyste, expert en cybersécurité, </a:t>
            </a:r>
            <a:r>
              <a:rPr lang="fr-BE" sz="2400">
                <a:solidFill>
                  <a:schemeClr val="bg1"/>
                </a:solidFill>
                <a:ea typeface="+mn-lt"/>
                <a:cs typeface="+mn-lt"/>
              </a:rPr>
              <a:t>administrateur de bases de données, architecte sécurité ingénieur système et réseaux...</a:t>
            </a:r>
            <a:endParaRPr lang="en-US" sz="2400">
              <a:solidFill>
                <a:schemeClr val="bg1"/>
              </a:solidFill>
              <a:ea typeface="+mn-lt"/>
              <a:cs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BE" sz="2400">
              <a:solidFill>
                <a:srgbClr val="FFFFFF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83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5000">
        <p:cut/>
      </p:transition>
    </mc:Choice>
    <mc:Fallback xmlns="">
      <p:transition advClick="0" advTm="15000">
        <p:cut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Grand écran</PresentationFormat>
  <Paragraphs>23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Thème Office</vt:lpstr>
      <vt:lpstr> Bienvenue à la section Informatique de HELMo   </vt:lpstr>
      <vt:lpstr>Que propose la section informatique ?</vt:lpstr>
      <vt:lpstr> Rejoins une communauté active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Michael LA DUONG</cp:lastModifiedBy>
  <cp:revision>1</cp:revision>
  <dcterms:created xsi:type="dcterms:W3CDTF">2025-11-15T15:15:38Z</dcterms:created>
  <dcterms:modified xsi:type="dcterms:W3CDTF">2025-11-15T17:13:39Z</dcterms:modified>
</cp:coreProperties>
</file>